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a04ea67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a04ea67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a04ea672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a04ea67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0a04ea672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0a04ea672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4 - Uttam Shauch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Day 4 of Das Lakshan Parva is dedicated to Uttam Shauch</a:t>
            </a:r>
            <a:r>
              <a:rPr lang="en" sz="1100"/>
              <a:t>, which represents supreme cleanliness, purity, and contentment.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53250"/>
            <a:ext cx="292417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6575" y="809625"/>
            <a:ext cx="279082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9425" y="938213"/>
            <a:ext cx="2771775" cy="32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5908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0375" y="0"/>
            <a:ext cx="2276475" cy="50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4025" y="41350"/>
            <a:ext cx="2209800" cy="489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3145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6325" y="152400"/>
            <a:ext cx="2266950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3325" y="83000"/>
            <a:ext cx="20764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97825" y="41350"/>
            <a:ext cx="1914525" cy="42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