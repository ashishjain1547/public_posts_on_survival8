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fd7a98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fd7a98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09fd7a984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09fd7a98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09fd7a984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09fd7a984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Uttam Arjav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(Straightfordedness)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24200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050" y="180175"/>
            <a:ext cx="28956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051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1175" y="69125"/>
            <a:ext cx="23050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0625" y="69125"/>
            <a:ext cx="283845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0" y="6644"/>
            <a:ext cx="2314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7400" y="13587"/>
            <a:ext cx="23050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500" y="0"/>
            <a:ext cx="2314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